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never false-green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WARDEN · Dependency-trust gate · A CI dependency-trust gate for both Python ecosystems — PyPI applications and the conda / conda-forge world of scientific, analytics &amp; ML/AI computing.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green check that lies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 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· Exit 0 is not a promise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gate reduces to one number. 0 merges, non-zero blocks.</a:t>
            </a:r>
          </a:p>
          <a:p>
            <a:r>
              <a:t>exit 0 — assessed &amp; clean — the tool looked hard and found nothing.</a:t>
            </a:r>
          </a:p>
          <a:p>
            <a:r>
              <a:t>exit 0 — never looked — the tool found nothing because it could not check.</a:t>
            </a:r>
          </a:p>
          <a:p>
            <a:r>
              <a:t>Warden refuses to collapse them — an unproven result is never reported as clean.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· False-green #1 — the empty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the OSV feed is missing, empty, corrupt, or stale, a naive scanner queries it, gets zero hits, and reports clean. Warden content-pre-flights the database before it trusts a single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frozen contract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 II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· One report, one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engine and axis merges into one ComplianceReport, schema-validated.</a:t>
            </a:r>
          </a:p>
          <a:p>
            <a:r>
              <a:t>Producer-agnostic — the source of truth, not the log.</a:t>
            </a:r>
          </a:p>
          <a:p>
            <a:r>
              <a:t>Carries coverage and provenance per axis.</a:t>
            </a:r>
          </a:p>
          <a:p>
            <a:r>
              <a:t>Versioned schema — the contract cannot silently drift.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· The verdict lattice — highest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whole design turns on one placement: indeterminate sits above the pass line. An unproven axis fails the gate — it never slides down to clean.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engines, orchestrated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 III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82296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chemeClr val="accent1"/>
                </a:solidFill>
              </a:rPr>
              <a:t>16 · Six axes of dependency trust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00000"/>
          <a:ext cx="550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000"/>
                <a:gridCol w="1375000"/>
                <a:gridCol w="1375000"/>
                <a:gridCol w="1375000"/>
              </a:tblGrid>
              <a:tr h="760000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Axis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Engine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chemeClr val="bg1"/>
                          </a:solidFill>
                        </a:rPr>
                        <a:t>Maturity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760000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Hygiene</a:t>
                      </a:r>
                    </a:p>
                  </a:txBody>
                  <a:tcPr/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Is it used?</a:t>
                      </a:r>
                    </a:p>
                  </a:txBody>
                  <a:tcPr/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deptry</a:t>
                      </a:r>
                    </a:p>
                  </a:txBody>
                  <a:tcPr/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v1 gate</a:t>
                      </a:r>
                    </a:p>
                  </a:txBody>
                  <a:tcPr/>
                </a:tc>
              </a:tr>
              <a:tr h="760000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Security</a:t>
                      </a:r>
                    </a:p>
                  </a:txBody>
                  <a:tcPr/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Is it vulnerable?</a:t>
                      </a:r>
                    </a:p>
                  </a:txBody>
                  <a:tcPr/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osv-scanner + KEV</a:t>
                      </a:r>
                    </a:p>
                  </a:txBody>
                  <a:tcPr/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v1 gate</a:t>
                      </a:r>
                    </a:p>
                  </a:txBody>
                  <a:tcPr/>
                </a:tc>
              </a:tr>
              <a:tr h="760000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License</a:t>
                      </a:r>
                    </a:p>
                  </a:txBody>
                  <a:tcPr/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Is it allowed?</a:t>
                      </a:r>
                    </a:p>
                  </a:txBody>
                  <a:tcPr/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license-expression</a:t>
                      </a:r>
                    </a:p>
                  </a:txBody>
                  <a:tcPr/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v1 flag-activated</a:t>
                      </a:r>
                    </a:p>
                  </a:txBody>
                  <a:tcPr/>
                </a:tc>
              </a:tr>
              <a:tr h="760000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Currency</a:t>
                      </a:r>
                    </a:p>
                  </a:txBody>
                  <a:tcPr/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Is it patchable?</a:t>
                      </a:r>
                    </a:p>
                  </a:txBody>
                  <a:tcPr/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LTS registry</a:t>
                      </a:r>
                    </a:p>
                  </a:txBody>
                  <a:tcPr/>
                </a:tc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chemeClr val="tx1"/>
                          </a:solidFill>
                        </a:rPr>
                        <a:t>v1 flag-activated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200000" y="900000"/>
            <a:ext cx="2500000" cy="120000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chemeClr val="accent1"/>
                </a:solidFill>
              </a:rPr>
              <a:t>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</a:rPr>
              <a:t>axes of dependency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00000" y="2300000"/>
            <a:ext cx="2500000" cy="120000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chemeClr val="accent1"/>
                </a:solidFill>
              </a:rPr>
              <a:t>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</a:rPr>
              <a:t>v1 gates (2 default-on)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0000" y="3700000"/>
            <a:ext cx="2500000" cy="22000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chemeClr val="tx1"/>
                </a:solidFill>
              </a:rPr>
              <a:t>Never false-green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</a:rPr>
              <a:t>indeterminate sits above</a:t>
            </a:r>
            <a:br/>
            <a:r>
              <a:rPr sz="1400" b="0">
                <a:solidFill>
                  <a:schemeClr val="tx1"/>
                </a:solidFill>
              </a:rPr>
              <a:t>the pass line — an unproven</a:t>
            </a:r>
            <a:br/>
            <a:r>
              <a:rPr sz="1400" b="0">
                <a:solidFill>
                  <a:schemeClr val="tx1"/>
                </a:solidFill>
              </a:rPr>
              <a:t>axis fails the gate, never</a:t>
            </a:r>
            <a:br/>
            <a:r>
              <a:rPr sz="1400" b="0">
                <a:solidFill>
                  <a:schemeClr val="tx1"/>
                </a:solidFill>
              </a:rPr>
              <a:t>slides to clean.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Offline by default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 IV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· Deny-by-default egress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scan makes no network calls by default.</a:t>
            </a:r>
          </a:p>
          <a:p>
            <a:r>
              <a:t>Database and engines are provisioned ahead of time as declared dependencies.</a:t>
            </a:r>
          </a:p>
          <a:p>
            <a:r>
              <a:t>Any online behavior is opt-in and explicit — never silent.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a gate to governance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 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· KEV + EPSS — prioritize by exploitability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every CVE matters equally. Warden enriches each finding so the gate blocks on what is actually dangerous — not theoretical noise.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command, one honest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 VI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green check should mean it was actually checked.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 empty database, no skipped manifest, no false green. Warden · pyforge-warden · pyforge.warden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