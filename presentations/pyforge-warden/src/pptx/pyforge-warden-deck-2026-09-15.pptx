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thesis in three words: never false-green. A green check must mean the dependencies were actually assessed and found safe. Warden is a CI gate for BOTH Python ecosystems: pip/PyPI apps and the conda/conda-forge scientific and ML/AI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I frames the problem. The danger isn't a red X — it's a green check that never actually looked.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0 conflates 'I checked and it's clean' with 'I didn't really check.' A scanner that finds nothing returns 0 whether it looked or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OSV database failed to download, is empty, or stale, a naive scanner gets zero hits and reports clean — a green check that means the opposite of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deptry and osv-scanner don't parse conda meta.yaml/recipe.yaml/environment.yml/pixi.toml. A conda-heavy ML repo scans 'clean' while most deps were never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is two ecosystems: application Python on PyPI, and the scientific / ML / AI / data stack on conda-forge. Warden covers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Warden's answer to false-green is a single, frozen, machine-readable contract. Nothing downstream has to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flows into one artifact, validated against a committed JSON Schema. The human summary is just a rendering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rungs, highest wins. indeterminate sits ABOVE the pass line — an unproven result blocks, never slides to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exit enum is frozen. Every operational failure is a typed error with a named owner, so a failure routes to whoever can fix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 orchestrates deptry and osv-scanner behind one report, reads six manifest formats natively, isolates each engine, and scans at three concentric rings.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 1, hygiene, ships in v1 with deptry — AST import analysis emitting DEP001–005, honoring existing tool.deptry ignore 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 2 ships in v1 with osv-scanner. The DB is a declared dependency (never a runtime curl) and Warden pre-flights it before trusting a result. That's the fix for false-green #1.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 isolates each engine behind a hardened subprocess seam. A misbehaving engine becomes a typed error and exit 2 — never a silent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stock engine parses conda/pixi. Warden reads all six formats; meta.yaml v0 needs jinja/selector neutralization. safe_load only — no untrusted input executed.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 runs at three depths. Edge is v1 (today); registry perimeter (JFrog blocklists) is v1.x and the star; public upstream scanning is the 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Python often runs where the internet doesn't reach. Warden is built for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 makes no network calls during a scan by default. Any online behavior is opt-in and explicit, never silent.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Determinism plus the pre-flight turn a scan into evidence you can defend in an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warden scan . --warn-only runs locally, shows real findings, and exits 0 so nobody is blocked on day one. This is the on-ramp.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contract extends across six axes. Engines are pluggable, so new signals slot in behind the same report and lattice.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axes, each a different question. v1 runs all four with their gates: hygiene + security gate by default (incl. KEV + EPSS); license + currency gates are flag-activated (unconfigured -&gt; visible warn). Provenance + maintenance are the 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 + EPSS enrichment and both gates ship v1. KEV = exploited now; EPSS = probability it will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License + currency ship v1 with flag-activated gates (unconfigured -&gt; visible warn). Conda about:license resolves pre-build.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reduces to one command with one trustworthy exit code. Wire it into CI and the same honest verdict runs fleet-wide.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command as a CI check. Blocks the merge with exit 1 on a KEV-listed critical. Green is earned — never faked.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close: a green check means it was actually checked. A bare recipe.yaml scan exits non-zero by design until you lock, waive, or warn-only.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personas: CISO, Chief Developer Experience Officer, CIO, Chief Data &amp; Analytics Officer.
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Warden — never false-green</dc:title>
  <dc:subject>PptxGenJS Presentation</dc:subject>
  <dc:creator>Created by Marp</dc:creator>
  <cp:lastModifiedBy>Created by Marp</cp:lastModifiedBy>
  <cp:revision>1</cp:revision>
  <dcterms:created xsi:type="dcterms:W3CDTF">2026-10-14T15:53:14Z</dcterms:created>
  <dcterms:modified xsi:type="dcterms:W3CDTF">2026-10-14T15:53:14Z</dcterms:modified>
</cp:coreProperties>
</file>